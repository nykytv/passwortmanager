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61" r:id="rId4"/>
    <p:sldId id="265" r:id="rId5"/>
    <p:sldId id="257" r:id="rId6"/>
    <p:sldId id="266" r:id="rId7"/>
    <p:sldId id="268" r:id="rId8"/>
    <p:sldId id="263" r:id="rId9"/>
    <p:sldId id="267" r:id="rId10"/>
    <p:sldId id="262" r:id="rId11"/>
    <p:sldId id="264" r:id="rId12"/>
    <p:sldId id="26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D49E97-71FD-4B93-A92A-9821E4151A6C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0078F9-8374-48A3-B3BA-E95D6F4ADC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2305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Lokale Version ist </a:t>
            </a:r>
            <a:r>
              <a:rPr lang="de-DE" dirty="0" err="1"/>
              <a:t>akuteller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0078F9-8374-48A3-B3BA-E95D6F4ADC3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360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0076AE0-7121-27DB-9408-5D7365318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679" y="2272266"/>
            <a:ext cx="2776792" cy="345805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4730750" y="4837667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4673600" y="5143205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054350" y="4974192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3054350" y="5276555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2197101" y="4855826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2070100" y="5154645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05AD9E-CAED-E793-70BD-248190EAA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050" y="1617741"/>
            <a:ext cx="3679807" cy="496403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5389225" y="28463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5389225" y="25353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5389225" y="31498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420091" y="24078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420091" y="27941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420091" y="31490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6164772" y="34570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640772" y="36435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3173919" y="41976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7334020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628826" y="28414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3173919" y="46120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512582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872031" y="25981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3173919" y="53586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9166632" y="18704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700032" y="20570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10317882" y="1917771"/>
            <a:ext cx="1603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9166632" y="22347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700032" y="23431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10330373" y="2198153"/>
            <a:ext cx="15568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328697A-5361-5743-C649-5327230C5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48"/>
          <a:stretch/>
        </p:blipFill>
        <p:spPr>
          <a:xfrm>
            <a:off x="6096000" y="1620955"/>
            <a:ext cx="3679807" cy="495447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2DFE33D-AF1B-FF7B-1E37-E4EDCFF56738}"/>
              </a:ext>
            </a:extLst>
          </p:cNvPr>
          <p:cNvSpPr txBox="1"/>
          <p:nvPr/>
        </p:nvSpPr>
        <p:spPr>
          <a:xfrm>
            <a:off x="3173919" y="1692248"/>
            <a:ext cx="26276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Wenn die Lokale Version aktueller ist</a:t>
            </a:r>
          </a:p>
          <a:p>
            <a:r>
              <a:rPr lang="de-DE" sz="1100" dirty="0">
                <a:sym typeface="Wingdings" panose="05000000000000000000" pitchFamily="2" charset="2"/>
              </a:rPr>
              <a:t> Meldung wird angezeigt + Button zum </a:t>
            </a:r>
            <a:r>
              <a:rPr lang="de-DE" sz="1100" dirty="0" err="1">
                <a:sym typeface="Wingdings" panose="05000000000000000000" pitchFamily="2" charset="2"/>
              </a:rPr>
              <a:t>Sync</a:t>
            </a:r>
            <a:r>
              <a:rPr lang="de-DE" sz="1100" dirty="0">
                <a:sym typeface="Wingdings" panose="05000000000000000000" pitchFamily="2" charset="2"/>
              </a:rPr>
              <a:t>/Push auf Server</a:t>
            </a:r>
            <a:endParaRPr lang="de-DE" sz="1100" dirty="0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18BC7408-4842-EFF6-FD5D-877C2CD5A1F4}"/>
              </a:ext>
            </a:extLst>
          </p:cNvPr>
          <p:cNvGrpSpPr/>
          <p:nvPr/>
        </p:nvGrpSpPr>
        <p:grpSpPr>
          <a:xfrm>
            <a:off x="5801551" y="1992330"/>
            <a:ext cx="3244431" cy="1837128"/>
            <a:chOff x="5801551" y="1992330"/>
            <a:chExt cx="3244431" cy="1837128"/>
          </a:xfrm>
        </p:grpSpPr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CF32FD1A-5226-F689-F43B-C2863D64066E}"/>
                </a:ext>
              </a:extLst>
            </p:cNvPr>
            <p:cNvGrpSpPr/>
            <p:nvPr/>
          </p:nvGrpSpPr>
          <p:grpSpPr>
            <a:xfrm>
              <a:off x="5801551" y="1992330"/>
              <a:ext cx="1532469" cy="463296"/>
              <a:chOff x="5801551" y="1992330"/>
              <a:chExt cx="1532469" cy="463296"/>
            </a:xfrm>
          </p:grpSpPr>
          <p:cxnSp>
            <p:nvCxnSpPr>
              <p:cNvPr id="45" name="Verbinder: gewinkelt 44">
                <a:extLst>
                  <a:ext uri="{FF2B5EF4-FFF2-40B4-BE49-F238E27FC236}">
                    <a16:creationId xmlns:a16="http://schemas.microsoft.com/office/drawing/2014/main" id="{18FA68F0-B7D3-23BC-B9FD-D8458B03A5F1}"/>
                  </a:ext>
                </a:extLst>
              </p:cNvPr>
              <p:cNvCxnSpPr>
                <a:stCxn id="9" idx="3"/>
              </p:cNvCxnSpPr>
              <p:nvPr/>
            </p:nvCxnSpPr>
            <p:spPr>
              <a:xfrm>
                <a:off x="5801551" y="1992330"/>
                <a:ext cx="363221" cy="350820"/>
              </a:xfrm>
              <a:prstGeom prst="bentConnector3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9D68DAA8-FB6F-6393-1842-4260728A7BDB}"/>
                  </a:ext>
                </a:extLst>
              </p:cNvPr>
              <p:cNvSpPr/>
              <p:nvPr/>
            </p:nvSpPr>
            <p:spPr>
              <a:xfrm>
                <a:off x="6164772" y="2203023"/>
                <a:ext cx="1169248" cy="25260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E63AA309-BDBB-CBF7-8659-68F5FC4904C3}"/>
                </a:ext>
              </a:extLst>
            </p:cNvPr>
            <p:cNvSpPr/>
            <p:nvPr/>
          </p:nvSpPr>
          <p:spPr>
            <a:xfrm>
              <a:off x="8512582" y="3456339"/>
              <a:ext cx="533400" cy="3731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5" name="Verbinder: gewinkelt 54">
              <a:extLst>
                <a:ext uri="{FF2B5EF4-FFF2-40B4-BE49-F238E27FC236}">
                  <a16:creationId xmlns:a16="http://schemas.microsoft.com/office/drawing/2014/main" id="{D8BCA1AE-5BC4-747F-4CFD-E271C899E347}"/>
                </a:ext>
              </a:extLst>
            </p:cNvPr>
            <p:cNvCxnSpPr>
              <a:stCxn id="49" idx="3"/>
              <a:endCxn id="53" idx="0"/>
            </p:cNvCxnSpPr>
            <p:nvPr/>
          </p:nvCxnSpPr>
          <p:spPr>
            <a:xfrm>
              <a:off x="7334020" y="2329325"/>
              <a:ext cx="1445262" cy="1127014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Menüs: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440944-E5DC-1BC6-D703-4F22D59C4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499" y="2647925"/>
            <a:ext cx="4157301" cy="281146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9976416-CB38-BC47-5E4A-27EB4F6D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754" y="3102185"/>
            <a:ext cx="4553192" cy="190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AES-256-GCM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532F-50B0-3C8E-A519-894B989F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5FA3B-82EF-9F9C-6B48-7B00C9A56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Masterpasswort ändern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9E0B17C-7A64-964E-73A8-82FB686227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4450" y="1690688"/>
            <a:ext cx="7023100" cy="4598970"/>
          </a:xfrm>
        </p:spPr>
      </p:pic>
    </p:spTree>
    <p:extLst>
      <p:ext uri="{BB962C8B-B14F-4D97-AF65-F5344CB8AC3E}">
        <p14:creationId xmlns:p14="http://schemas.microsoft.com/office/powerpoint/2010/main" val="20430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C856B-C94A-8659-2E9E-13F4DCAF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AB5E7-B0B9-1F07-CD2F-3DB95654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(Lokal)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E3C59E-41A5-6182-4152-63CC4FC1C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eine Binär Datei pro Benutzer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921E9BFB-BD00-B3F0-E368-6188D922F5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9A23F0DC-5C2C-7941-DB40-D4DC5A70B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28E12E63-17DD-BFF8-23EF-9B0509ED2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B4E23959-F7B7-B118-2481-D82CDBF04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4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5442D66-9D20-BED2-65CE-AF06167F338A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E42FAA-740A-F474-5731-C146C9DE1E1E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11FFC5-91C5-0BA4-1BD8-6BAA5617AF0F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4FFCB1-7B71-2568-52FD-19DDB9FDCD2F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5B6B37-D552-6555-AA15-7D01359DDAAD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B22EE3A-4E53-C6A4-9036-0FDC4596957B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10BBF-EEA9-6490-B445-193CBD322B55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B83E9CE-2092-21E9-3B48-06142B90B9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D52332-0F5E-4EE6-0EE9-46F8A824BF04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DC6B56-3A3C-58F9-2397-24E63B04E08D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2F36659F-4F1B-5679-40DC-E2568ED209D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03550" y="2720975"/>
            <a:ext cx="1182688" cy="506414"/>
          </a:xfrm>
          <a:prstGeom prst="bentConnector3">
            <a:avLst>
              <a:gd name="adj1" fmla="val 61597"/>
            </a:avLst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26082CC4-49B8-8B7F-8EE6-50D815B71D2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>
            <a:off x="3003550" y="3280569"/>
            <a:ext cx="1177929" cy="117475"/>
          </a:xfrm>
          <a:prstGeom prst="bentConnector3">
            <a:avLst/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E27F0B3-0E02-675C-E99F-2D807275383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44C0A11-B705-C721-D27D-DA7719E39C2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2A7D50FC-0369-A4A9-5474-818F88DFED03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E5B91FB-EAFB-D760-0DF8-7694B2F84516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525E0AF-05BA-4D6E-2752-F2FF14AEECC7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0094C3E-561E-1E15-E56C-83A4A9724F4F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4FEADF0C-8A4A-FB74-E91A-29514645F116}"/>
              </a:ext>
            </a:extLst>
          </p:cNvPr>
          <p:cNvSpPr txBox="1"/>
          <p:nvPr/>
        </p:nvSpPr>
        <p:spPr>
          <a:xfrm>
            <a:off x="3658569" y="1796515"/>
            <a:ext cx="1180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/>
              <a:t>Generierung </a:t>
            </a:r>
          </a:p>
          <a:p>
            <a:pPr algn="ctr"/>
            <a:r>
              <a:rPr lang="de-DE" sz="1400" dirty="0"/>
              <a:t>Datei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D16D9BC-85B3-2266-047B-5166E862DEBA}"/>
              </a:ext>
            </a:extLst>
          </p:cNvPr>
          <p:cNvSpPr/>
          <p:nvPr/>
        </p:nvSpPr>
        <p:spPr>
          <a:xfrm>
            <a:off x="4181479" y="3061494"/>
            <a:ext cx="1335087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Generiere</a:t>
            </a:r>
          </a:p>
          <a:p>
            <a:pPr algn="ctr"/>
            <a:r>
              <a:rPr lang="de-DE" dirty="0"/>
              <a:t>IV + Salt</a:t>
            </a:r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B5966B15-5481-24DC-73BB-0A04D53D6366}"/>
              </a:ext>
            </a:extLst>
          </p:cNvPr>
          <p:cNvCxnSpPr/>
          <p:nvPr/>
        </p:nvCxnSpPr>
        <p:spPr>
          <a:xfrm>
            <a:off x="4579620" y="3751265"/>
            <a:ext cx="0" cy="30162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1D6C7FC-B508-0E39-D8F5-561DFED9FA6B}"/>
              </a:ext>
            </a:extLst>
          </p:cNvPr>
          <p:cNvCxnSpPr>
            <a:cxnSpLocks/>
          </p:cNvCxnSpPr>
          <p:nvPr/>
        </p:nvCxnSpPr>
        <p:spPr>
          <a:xfrm>
            <a:off x="5516566" y="3550444"/>
            <a:ext cx="274634" cy="476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86388E3E-0F6E-7F4C-537E-C7FA18E4A972}"/>
              </a:ext>
            </a:extLst>
          </p:cNvPr>
          <p:cNvSpPr txBox="1"/>
          <p:nvPr/>
        </p:nvSpPr>
        <p:spPr>
          <a:xfrm>
            <a:off x="3686175" y="2813214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</a:rPr>
              <a:t>speichern</a:t>
            </a:r>
          </a:p>
        </p:txBody>
      </p:sp>
      <p:sp>
        <p:nvSpPr>
          <p:cNvPr id="66" name="Pfeil: nach links 65">
            <a:extLst>
              <a:ext uri="{FF2B5EF4-FFF2-40B4-BE49-F238E27FC236}">
                <a16:creationId xmlns:a16="http://schemas.microsoft.com/office/drawing/2014/main" id="{BEE5362A-9925-4F43-C915-2512281AA4FB}"/>
              </a:ext>
            </a:extLst>
          </p:cNvPr>
          <p:cNvSpPr/>
          <p:nvPr/>
        </p:nvSpPr>
        <p:spPr>
          <a:xfrm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A14F-97E0-08F0-1B77-53C3145F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BDA02AB1-3F59-293B-85D1-01AD8553B367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9C10EA-F66D-425E-36C5-7D5308790281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C6B5CE-4283-5D9A-23D8-F16431C0AB85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14F00C-BEB9-D006-DCA7-BAEE2719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Entschlüsselung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849438B-27BD-3705-A1BB-2677A865DA37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F2827B-8297-F0EA-FD45-9B886500F5DF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94389CE-32AA-1628-DD75-6BBFF8EED003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833B69-5A20-83B1-0C6C-825B7D7D965B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30D50A-D22C-1AA8-6759-71B9D20CED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E069DD-118B-E4B3-33C9-A6604BC498FD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D0C6F4-E1A8-691E-1482-CE5626E2AA1A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81234E06-A9F2-93EB-1CAE-E5A447A5500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003550" y="2720975"/>
            <a:ext cx="2787650" cy="68183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44191E1-B084-398A-7949-679C634281C4}"/>
              </a:ext>
            </a:extLst>
          </p:cNvPr>
          <p:cNvCxnSpPr>
            <a:stCxn id="6" idx="3"/>
          </p:cNvCxnSpPr>
          <p:nvPr/>
        </p:nvCxnSpPr>
        <p:spPr>
          <a:xfrm>
            <a:off x="3003550" y="3280569"/>
            <a:ext cx="1368425" cy="1355724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0B22B8A4-404D-3D63-6BD2-B1B32A387D9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2ADD9B0-7CD7-0A15-9DA8-5A4BC61251D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415F915-8103-B9D5-4BFF-3C661F683CE2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42EB5E-B1C9-F03B-3C9A-C5248AB1BCAE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1A6FB173-7311-233C-B84E-D45721B41DCE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CFDC101-25A0-E13E-C092-B9F02CCFBEB8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8ABF5ADD-F6A1-B199-ED18-FBABCDA7B561}"/>
              </a:ext>
            </a:extLst>
          </p:cNvPr>
          <p:cNvSpPr txBox="1"/>
          <p:nvPr/>
        </p:nvSpPr>
        <p:spPr>
          <a:xfrm>
            <a:off x="3602990" y="2010270"/>
            <a:ext cx="129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Auswahl Datei</a:t>
            </a:r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328B096A-B49E-A1E5-D4CE-E9B3F6A30548}"/>
              </a:ext>
            </a:extLst>
          </p:cNvPr>
          <p:cNvSpPr/>
          <p:nvPr/>
        </p:nvSpPr>
        <p:spPr>
          <a:xfrm rot="10800000"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16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55A0F817-D821-373B-0FB5-9512CEE84DF7}"/>
              </a:ext>
            </a:extLst>
          </p:cNvPr>
          <p:cNvSpPr/>
          <p:nvPr/>
        </p:nvSpPr>
        <p:spPr>
          <a:xfrm>
            <a:off x="448310" y="1734710"/>
            <a:ext cx="4237990" cy="50242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Passwortmanager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(Server)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94043-D3EA-9303-9B47-B297F2DC5D72}"/>
              </a:ext>
            </a:extLst>
          </p:cNvPr>
          <p:cNvSpPr/>
          <p:nvPr/>
        </p:nvSpPr>
        <p:spPr>
          <a:xfrm>
            <a:off x="844550" y="2933700"/>
            <a:ext cx="2287270" cy="37655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 / BLOB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F8534E5-71D2-F6C8-77D7-696964BB819D}"/>
              </a:ext>
            </a:extLst>
          </p:cNvPr>
          <p:cNvSpPr/>
          <p:nvPr/>
        </p:nvSpPr>
        <p:spPr>
          <a:xfrm>
            <a:off x="1201762" y="3310066"/>
            <a:ext cx="1692069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8F3FCA-539C-5F26-6BC3-B6907F9643DA}"/>
              </a:ext>
            </a:extLst>
          </p:cNvPr>
          <p:cNvSpPr/>
          <p:nvPr/>
        </p:nvSpPr>
        <p:spPr>
          <a:xfrm>
            <a:off x="1200150" y="3760805"/>
            <a:ext cx="1693682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3A3DAAC-5BB9-26F6-1080-3F52015CE3C5}"/>
              </a:ext>
            </a:extLst>
          </p:cNvPr>
          <p:cNvSpPr/>
          <p:nvPr/>
        </p:nvSpPr>
        <p:spPr>
          <a:xfrm>
            <a:off x="1200150" y="4247388"/>
            <a:ext cx="1693682" cy="2280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20EF59F-733A-4D24-E3C7-632F07E51557}"/>
              </a:ext>
            </a:extLst>
          </p:cNvPr>
          <p:cNvCxnSpPr>
            <a:cxnSpLocks/>
          </p:cNvCxnSpPr>
          <p:nvPr/>
        </p:nvCxnSpPr>
        <p:spPr>
          <a:xfrm>
            <a:off x="4686300" y="4254166"/>
            <a:ext cx="268986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C27403-A117-1793-4E41-CDD43497EBDC}"/>
              </a:ext>
            </a:extLst>
          </p:cNvPr>
          <p:cNvSpPr txBox="1"/>
          <p:nvPr/>
        </p:nvSpPr>
        <p:spPr>
          <a:xfrm>
            <a:off x="5583692" y="3853751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JDBC</a:t>
            </a:r>
          </a:p>
        </p:txBody>
      </p:sp>
      <p:sp>
        <p:nvSpPr>
          <p:cNvPr id="14" name="Flussdiagramm: Magnetplattenspeicher 13">
            <a:extLst>
              <a:ext uri="{FF2B5EF4-FFF2-40B4-BE49-F238E27FC236}">
                <a16:creationId xmlns:a16="http://schemas.microsoft.com/office/drawing/2014/main" id="{71EDC17B-7B70-6BCA-7F9D-07F55F7EEDDD}"/>
              </a:ext>
            </a:extLst>
          </p:cNvPr>
          <p:cNvSpPr/>
          <p:nvPr/>
        </p:nvSpPr>
        <p:spPr>
          <a:xfrm>
            <a:off x="7376160" y="2061371"/>
            <a:ext cx="3421380" cy="4583709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DD7C2C-765C-79DA-7F9B-D779BAA6C795}"/>
              </a:ext>
            </a:extLst>
          </p:cNvPr>
          <p:cNvSpPr txBox="1"/>
          <p:nvPr/>
        </p:nvSpPr>
        <p:spPr>
          <a:xfrm>
            <a:off x="7772400" y="2355959"/>
            <a:ext cx="2362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MySQL</a:t>
            </a:r>
          </a:p>
          <a:p>
            <a:pPr algn="ctr"/>
            <a:r>
              <a:rPr lang="de-DE" sz="2800" dirty="0">
                <a:solidFill>
                  <a:schemeClr val="bg1"/>
                </a:solidFill>
              </a:rPr>
              <a:t>Datenbank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D3DA021-4323-8D2C-C58F-1BD5D3E9DDFC}"/>
              </a:ext>
            </a:extLst>
          </p:cNvPr>
          <p:cNvSpPr/>
          <p:nvPr/>
        </p:nvSpPr>
        <p:spPr>
          <a:xfrm>
            <a:off x="1209924" y="2152811"/>
            <a:ext cx="1693681" cy="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 / </a:t>
            </a:r>
            <a:br>
              <a:rPr lang="de-DE" dirty="0"/>
            </a:br>
            <a:r>
              <a:rPr lang="de-DE" dirty="0"/>
              <a:t>accountName</a:t>
            </a:r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85A640F8-4D05-1792-BCE8-48BD3130FB2A}"/>
              </a:ext>
            </a:extLst>
          </p:cNvPr>
          <p:cNvCxnSpPr>
            <a:cxnSpLocks/>
            <a:stCxn id="26" idx="3"/>
            <a:endCxn id="25" idx="3"/>
          </p:cNvCxnSpPr>
          <p:nvPr/>
        </p:nvCxnSpPr>
        <p:spPr>
          <a:xfrm>
            <a:off x="2903605" y="2470866"/>
            <a:ext cx="1782695" cy="1775959"/>
          </a:xfrm>
          <a:prstGeom prst="bentConnector3">
            <a:avLst>
              <a:gd name="adj1" fmla="val 46997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E0ECE4DD-FADD-B5F5-391B-973FE936E7FA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3131820" y="4246825"/>
            <a:ext cx="1554480" cy="476110"/>
          </a:xfrm>
          <a:prstGeom prst="bentConnector3">
            <a:avLst>
              <a:gd name="adj1" fmla="val 39216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9" name="Grafik 48">
            <a:extLst>
              <a:ext uri="{FF2B5EF4-FFF2-40B4-BE49-F238E27FC236}">
                <a16:creationId xmlns:a16="http://schemas.microsoft.com/office/drawing/2014/main" id="{164D5E9D-96AB-9A05-469E-B17A18E03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859" y="3760805"/>
            <a:ext cx="2877773" cy="171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Implementierung von Buttons (Bearbeiten, Kopieren, Anzeigen) in eine </a:t>
            </a:r>
            <a:r>
              <a:rPr lang="de-DE" dirty="0" err="1"/>
              <a:t>JTable</a:t>
            </a:r>
            <a:endParaRPr lang="de-DE" dirty="0"/>
          </a:p>
          <a:p>
            <a:r>
              <a:rPr lang="de-DE" dirty="0"/>
              <a:t>Aufteilung von Code in mehrere Files (Packages)</a:t>
            </a:r>
          </a:p>
          <a:p>
            <a:r>
              <a:rPr lang="de-DE" dirty="0"/>
              <a:t>Dark Mode unter Tabelle</a:t>
            </a:r>
          </a:p>
          <a:p>
            <a:r>
              <a:rPr lang="de-DE" dirty="0"/>
              <a:t>Lombok Getter/Setter</a:t>
            </a:r>
            <a:br>
              <a:rPr lang="de-DE" dirty="0"/>
            </a:br>
            <a:r>
              <a:rPr lang="de-DE" dirty="0"/>
              <a:t>Probleme mit</a:t>
            </a:r>
            <a:br>
              <a:rPr lang="de-DE" dirty="0"/>
            </a:br>
            <a:r>
              <a:rPr lang="de-DE" dirty="0"/>
              <a:t>verschiedenen</a:t>
            </a:r>
            <a:br>
              <a:rPr lang="de-DE" dirty="0"/>
            </a:br>
            <a:r>
              <a:rPr lang="de-DE" dirty="0"/>
              <a:t>Versionen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EC9DCDC-3402-E811-36E5-5DAB9501D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0" y="3027044"/>
            <a:ext cx="2714459" cy="366954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39BE62A-7F14-EA51-A3FE-62C91CAF83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7"/>
          <a:stretch/>
        </p:blipFill>
        <p:spPr>
          <a:xfrm>
            <a:off x="5211656" y="3282434"/>
            <a:ext cx="3942086" cy="3210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Aufwändiger Umbau von Passwort-Speicherung in JSON-Datei als Klartext zu Binär Dateien</a:t>
            </a:r>
          </a:p>
          <a:p>
            <a:r>
              <a:rPr lang="de-DE" dirty="0"/>
              <a:t>Alles, was mehrmals verwendet wird in Funktionen packen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beim benutzen des Dateinamens beim speichern/laden </a:t>
            </a:r>
            <a:r>
              <a:rPr lang="de-DE" sz="2000" dirty="0">
                <a:sym typeface="Wingdings" panose="05000000000000000000" pitchFamily="2" charset="2"/>
              </a:rPr>
              <a:t> jede Funktion musste geändert werden bei der Umstellung von JSON </a:t>
            </a:r>
            <a:r>
              <a:rPr lang="de-DE" sz="2000">
                <a:sym typeface="Wingdings" panose="05000000000000000000" pitchFamily="2" charset="2"/>
              </a:rPr>
              <a:t>zu Binär</a:t>
            </a:r>
            <a:endParaRPr lang="de-DE" sz="20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C9BF98-93C5-432E-75D6-4F604DC2A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88" y="4081418"/>
            <a:ext cx="6582112" cy="87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</Words>
  <Application>Microsoft Office PowerPoint</Application>
  <PresentationFormat>Breitbild</PresentationFormat>
  <Paragraphs>106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</vt:lpstr>
      <vt:lpstr>Passwortmanager</vt:lpstr>
      <vt:lpstr>Technischer Hintergrund</vt:lpstr>
      <vt:lpstr>Technischer Hintergrund</vt:lpstr>
      <vt:lpstr>Technischer Hintergrund</vt:lpstr>
      <vt:lpstr>Verwendete Technologien</vt:lpstr>
      <vt:lpstr>Umsetzung – Masterpasswort ändern</vt:lpstr>
      <vt:lpstr>Umsetzung - Speicherung der Passwörter (Lokal)</vt:lpstr>
      <vt:lpstr>Umsetzung - Verschlüsselung</vt:lpstr>
      <vt:lpstr>Umsetzung - Entschlüsselung</vt:lpstr>
      <vt:lpstr>Umsetzung - Speicherung der Passwörter (Server)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122</cp:revision>
  <dcterms:created xsi:type="dcterms:W3CDTF">2025-04-14T19:41:51Z</dcterms:created>
  <dcterms:modified xsi:type="dcterms:W3CDTF">2025-06-03T17:05:00Z</dcterms:modified>
</cp:coreProperties>
</file>