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/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</a:t>
            </a:r>
            <a:r>
              <a:rPr lang="de-DE" sz="2000" dirty="0" err="1"/>
              <a:t>Compose</a:t>
            </a:r>
            <a:endParaRPr lang="de-DE" sz="2000" dirty="0"/>
          </a:p>
          <a:p>
            <a:r>
              <a:rPr lang="de-DE" sz="2000" dirty="0"/>
              <a:t>phpMyAdmin (optional)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Lessions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</Words>
  <Application>Microsoft Office PowerPoint</Application>
  <PresentationFormat>Breitbild</PresentationFormat>
  <Paragraphs>17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Passwortmanager</vt:lpstr>
      <vt:lpstr>Verwendete Technologien</vt:lpstr>
      <vt:lpstr>Technischer Hintergrund</vt:lpstr>
      <vt:lpstr>Umsetzung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17</cp:revision>
  <dcterms:created xsi:type="dcterms:W3CDTF">2025-04-14T19:41:51Z</dcterms:created>
  <dcterms:modified xsi:type="dcterms:W3CDTF">2025-04-26T11:30:12Z</dcterms:modified>
</cp:coreProperties>
</file>