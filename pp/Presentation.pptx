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/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Lessions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Breitbild</PresentationFormat>
  <Paragraphs>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Passwortmanager</vt:lpstr>
      <vt:lpstr>Verwendete Technologien</vt:lpstr>
      <vt:lpstr>Technischer Hintergrund</vt:lpstr>
      <vt:lpstr>Umsetzung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6</cp:revision>
  <dcterms:created xsi:type="dcterms:W3CDTF">2025-04-14T19:41:51Z</dcterms:created>
  <dcterms:modified xsi:type="dcterms:W3CDTF">2025-04-14T19:55:32Z</dcterms:modified>
</cp:coreProperties>
</file>