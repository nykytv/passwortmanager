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383EF9-B592-1FE5-76A2-86CEA5004E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42E6E63-5564-CF2F-4178-A68479E121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25BF71-6FDB-E1A3-AFB7-ECBB15C5E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3C0B84-F521-F0AB-CF9B-04E177346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9A0B7B3-A46F-A75C-2FB9-5107618A4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98736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CE1425-768D-90EC-A1B8-B6B39588C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886275C-0BF5-C828-1724-12A216A949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C2614D-36FF-F914-8C79-F1F2C0CDE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F091AFC-63AC-69BC-22BA-0FFEC90A6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806DFD4-6D28-6F46-1011-342F46DC5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7198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358008-4089-9E0C-D593-FABF0F67B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C7ADB1-5E6B-1632-DC89-A74FD9DA32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AE0F127-73CF-A045-E880-8A6D41E5E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B75535F-831B-F40C-881B-E33CB7EC9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235F1D-94C5-C347-1A40-3C33A29A6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1064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784611-7B88-C7B3-902B-36DBD6580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A1F8A5-AAD8-8EC2-D744-83BFF31935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DBFB76E-1A64-E957-F7BB-5E44C501DB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EFDBCBF-4D2D-C36C-24EE-9DE4B1EDF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80B483-860B-5697-8ACA-2D2E7EB7C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9D5C34D-905C-29C4-BB39-5525D59A1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3678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787BFA-5658-DB89-9C4A-47857D6F3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0579D11-A212-AA5C-3660-BB1DFA6C99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66704DC-6F0D-B515-6EA2-0F4B9633BB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C1CE38C-5451-8E71-604B-204FE9D9C4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899434A-ED53-EAE2-45A0-6014993274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8A5B6A9-CA90-1EEE-5F6A-79C630B49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0CD33D3-F569-8B77-134D-AC8CF2CDE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85FBE33-B0CD-DAC0-4F26-4EBAB19AE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1890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E0ED9A-510F-222B-BCDA-0E84AF850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02B47F5-5241-F573-FB8E-FE9EBE1BC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1E82FD-E7C4-04AE-1615-5319360BE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4CC051-4B42-EAE1-BC87-F4630C3DD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17828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406646D-903C-13A6-7209-66F744E75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1601891-E96B-3F2C-330F-2D76D104B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D647FA-D6A1-2098-8174-5C6F765A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915116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5721B3-1C3E-0AFC-4AD3-B33AE51A1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02721A4-F81C-CEA4-EF7A-090E5488D8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9B10ECE-B178-BE0F-38EF-6DF8E04B1B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6659115-15CE-FE2A-D365-AC32ADB6D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6EF78E6-4D25-39AC-D4C7-C74B459A0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7F7990A-1D8F-3D2F-FDED-29A082F69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7375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AAD18C-169A-4F4F-5ED0-60545E8B5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F05C260-9415-A551-4788-0C95932CC2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41B0098-7F6D-442E-6F7B-4A34A32957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6B89FB2-F6E5-4AE6-DDF4-4CD38FEB2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BB42ACF-B5DE-6BC9-C2C9-A089289BC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05278F8-E352-D3C9-85FF-CFA690382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8433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26930A-A8B5-24A0-5689-ECA38354B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72CF620-4579-A245-01B6-648A2D0A2D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7115471-B21A-C517-FAD1-4949A3867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4692A4-7C7E-4B16-FFD2-774C7396D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168B2FF-A9DB-EBF9-71B4-56F0070E6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2072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B5150900-8642-0B5A-623A-D79DCAD2B3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5A5C80-555D-A1BA-B2D4-5D685BA53D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8DF9526-2C56-D3C0-9E90-C1CAEC2ED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28FC1D-BD2D-DAC3-ABE6-D563DE295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E531B41-4D92-2CAF-88ED-2DCCB0CCF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6636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738AE91-3C05-F39D-10B7-6FA559A6D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486CBD1-B0B2-3A31-70D5-D318237A6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366857-75EE-D512-A9E5-12BD85D925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C0AC7C-E257-4BDA-94CB-CB11724BB9D3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FBC309-EA02-7CB8-E3D2-A6E33F0DEA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A0CDB90-C859-4BBF-C7DF-A3A4210F12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3064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D03C67-F90E-4E42-B3B2-5DEAAD73F9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Passwortmanager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42E7217-A9B5-7639-EDBD-0F5C7BE954A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In JAVA</a:t>
            </a:r>
          </a:p>
          <a:p>
            <a:r>
              <a:rPr lang="de-DE"/>
              <a:t>von Martin &amp; Niklas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661731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</Words>
  <Application>Microsoft Office PowerPoint</Application>
  <PresentationFormat>Breitbild</PresentationFormat>
  <Paragraphs>3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Passwortmanager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niklas.kieslinger@gmail.com</dc:creator>
  <cp:lastModifiedBy>niklas.kieslinger@gmail.com</cp:lastModifiedBy>
  <cp:revision>3</cp:revision>
  <dcterms:created xsi:type="dcterms:W3CDTF">2025-04-14T19:41:51Z</dcterms:created>
  <dcterms:modified xsi:type="dcterms:W3CDTF">2025-04-14T19:42:21Z</dcterms:modified>
</cp:coreProperties>
</file>