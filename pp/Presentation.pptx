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5" r:id="rId6"/>
    <p:sldId id="259" r:id="rId7"/>
    <p:sldId id="266" r:id="rId8"/>
    <p:sldId id="263" r:id="rId9"/>
    <p:sldId id="267" r:id="rId10"/>
    <p:sldId id="262" r:id="rId11"/>
    <p:sldId id="264" r:id="rId12"/>
    <p:sldId id="26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6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AES-256-GCM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pic>
        <p:nvPicPr>
          <p:cNvPr id="8" name="Inhaltsplatzhalter 6">
            <a:extLst>
              <a:ext uri="{FF2B5EF4-FFF2-40B4-BE49-F238E27FC236}">
                <a16:creationId xmlns:a16="http://schemas.microsoft.com/office/drawing/2014/main" id="{90AADBD4-0B5D-76CF-3B6C-1E4D6CD0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75" y="2143863"/>
            <a:ext cx="2729652" cy="3405727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8477250" y="4654550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8420100" y="4960088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6800850" y="4791075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6800850" y="5093438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5943601" y="4672709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5816600" y="4971528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2E9BC-BB5C-5053-870C-F48350CCC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047" y="1515977"/>
            <a:ext cx="3712634" cy="4970634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4977553" y="27574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4977553" y="24464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4977553" y="30609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008419" y="23189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008419" y="27052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008419" y="30601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5753100" y="33681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229100" y="35546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2762247" y="41087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6922348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217154" y="27525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2762247" y="45231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100910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460359" y="25092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2762247" y="52697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8754960" y="17815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288360" y="19681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9906210" y="1828871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8754960" y="21458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288360" y="22542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9918700" y="2109253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Einstellungen: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8204D75-5CF4-B051-2DCA-7269A9028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36707"/>
            <a:ext cx="4069454" cy="272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532F-50B0-3C8E-A519-894B989F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5FA3B-82EF-9F9C-6B48-7B00C9A56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(Lokal)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D2D4F3-D0CC-8FEE-A212-B4DF45B6B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eine Binär Datei pro Benutzer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71C76BD5-5211-E302-7C5D-DE550874C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F6D92926-AF1B-A23B-975F-1FAED690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BB48BBA6-685D-4364-5EF0-C6044D63E5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90766113-DCFE-67B2-BE8F-C622B6D9AB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03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5442D66-9D20-BED2-65CE-AF06167F338A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E42FAA-740A-F474-5731-C146C9DE1E1E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11FFC5-91C5-0BA4-1BD8-6BAA5617AF0F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4FFCB1-7B71-2568-52FD-19DDB9FDCD2F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5B6B37-D552-6555-AA15-7D01359DDAAD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B22EE3A-4E53-C6A4-9036-0FDC4596957B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10BBF-EEA9-6490-B445-193CBD322B55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B83E9CE-2092-21E9-3B48-06142B90B9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D52332-0F5E-4EE6-0EE9-46F8A824BF04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DC6B56-3A3C-58F9-2397-24E63B04E08D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2F36659F-4F1B-5679-40DC-E2568ED209D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03550" y="2720975"/>
            <a:ext cx="1182688" cy="506414"/>
          </a:xfrm>
          <a:prstGeom prst="bentConnector3">
            <a:avLst>
              <a:gd name="adj1" fmla="val 61597"/>
            </a:avLst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26082CC4-49B8-8B7F-8EE6-50D815B71D2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>
            <a:off x="3003550" y="3280569"/>
            <a:ext cx="1177929" cy="117475"/>
          </a:xfrm>
          <a:prstGeom prst="bentConnector3">
            <a:avLst/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E27F0B3-0E02-675C-E99F-2D807275383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44C0A11-B705-C721-D27D-DA7719E39C2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2A7D50FC-0369-A4A9-5474-818F88DFED03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E5B91FB-EAFB-D760-0DF8-7694B2F84516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525E0AF-05BA-4D6E-2752-F2FF14AEECC7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0094C3E-561E-1E15-E56C-83A4A9724F4F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4FEADF0C-8A4A-FB74-E91A-29514645F116}"/>
              </a:ext>
            </a:extLst>
          </p:cNvPr>
          <p:cNvSpPr txBox="1"/>
          <p:nvPr/>
        </p:nvSpPr>
        <p:spPr>
          <a:xfrm>
            <a:off x="3658569" y="1796515"/>
            <a:ext cx="1180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/>
              <a:t>Generierung </a:t>
            </a:r>
          </a:p>
          <a:p>
            <a:pPr algn="ctr"/>
            <a:r>
              <a:rPr lang="de-DE" sz="1400" dirty="0"/>
              <a:t>Datei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D16D9BC-85B3-2266-047B-5166E862DEBA}"/>
              </a:ext>
            </a:extLst>
          </p:cNvPr>
          <p:cNvSpPr/>
          <p:nvPr/>
        </p:nvSpPr>
        <p:spPr>
          <a:xfrm>
            <a:off x="4181479" y="3061494"/>
            <a:ext cx="1335087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Generiere</a:t>
            </a:r>
          </a:p>
          <a:p>
            <a:pPr algn="ctr"/>
            <a:r>
              <a:rPr lang="de-DE" dirty="0"/>
              <a:t>IV + Salt</a:t>
            </a:r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B5966B15-5481-24DC-73BB-0A04D53D6366}"/>
              </a:ext>
            </a:extLst>
          </p:cNvPr>
          <p:cNvCxnSpPr/>
          <p:nvPr/>
        </p:nvCxnSpPr>
        <p:spPr>
          <a:xfrm>
            <a:off x="4579620" y="3751265"/>
            <a:ext cx="0" cy="30162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1D6C7FC-B508-0E39-D8F5-561DFED9FA6B}"/>
              </a:ext>
            </a:extLst>
          </p:cNvPr>
          <p:cNvCxnSpPr>
            <a:cxnSpLocks/>
          </p:cNvCxnSpPr>
          <p:nvPr/>
        </p:nvCxnSpPr>
        <p:spPr>
          <a:xfrm>
            <a:off x="5516566" y="3550444"/>
            <a:ext cx="274634" cy="476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86388E3E-0F6E-7F4C-537E-C7FA18E4A972}"/>
              </a:ext>
            </a:extLst>
          </p:cNvPr>
          <p:cNvSpPr txBox="1"/>
          <p:nvPr/>
        </p:nvSpPr>
        <p:spPr>
          <a:xfrm>
            <a:off x="3686175" y="2813214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</a:rPr>
              <a:t>speichern</a:t>
            </a:r>
          </a:p>
        </p:txBody>
      </p:sp>
      <p:sp>
        <p:nvSpPr>
          <p:cNvPr id="66" name="Pfeil: nach links 65">
            <a:extLst>
              <a:ext uri="{FF2B5EF4-FFF2-40B4-BE49-F238E27FC236}">
                <a16:creationId xmlns:a16="http://schemas.microsoft.com/office/drawing/2014/main" id="{BEE5362A-9925-4F43-C915-2512281AA4FB}"/>
              </a:ext>
            </a:extLst>
          </p:cNvPr>
          <p:cNvSpPr/>
          <p:nvPr/>
        </p:nvSpPr>
        <p:spPr>
          <a:xfrm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A14F-97E0-08F0-1B77-53C3145F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BDA02AB1-3F59-293B-85D1-01AD8553B367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9C10EA-F66D-425E-36C5-7D5308790281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C6B5CE-4283-5D9A-23D8-F16431C0AB85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14F00C-BEB9-D006-DCA7-BAEE2719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Entschlüsselung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849438B-27BD-3705-A1BB-2677A865DA37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F2827B-8297-F0EA-FD45-9B886500F5DF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94389CE-32AA-1628-DD75-6BBFF8EED003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833B69-5A20-83B1-0C6C-825B7D7D965B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30D50A-D22C-1AA8-6759-71B9D20CED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E069DD-118B-E4B3-33C9-A6604BC498FD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D0C6F4-E1A8-691E-1482-CE5626E2AA1A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81234E06-A9F2-93EB-1CAE-E5A447A5500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003550" y="2720975"/>
            <a:ext cx="2787650" cy="68183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44191E1-B084-398A-7949-679C634281C4}"/>
              </a:ext>
            </a:extLst>
          </p:cNvPr>
          <p:cNvCxnSpPr>
            <a:stCxn id="6" idx="3"/>
          </p:cNvCxnSpPr>
          <p:nvPr/>
        </p:nvCxnSpPr>
        <p:spPr>
          <a:xfrm>
            <a:off x="3003550" y="3280569"/>
            <a:ext cx="1368425" cy="1355724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0B22B8A4-404D-3D63-6BD2-B1B32A387D9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2ADD9B0-7CD7-0A15-9DA8-5A4BC61251D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415F915-8103-B9D5-4BFF-3C661F683CE2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42EB5E-B1C9-F03B-3C9A-C5248AB1BCAE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1A6FB173-7311-233C-B84E-D45721B41DCE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CFDC101-25A0-E13E-C092-B9F02CCFBEB8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8ABF5ADD-F6A1-B199-ED18-FBABCDA7B561}"/>
              </a:ext>
            </a:extLst>
          </p:cNvPr>
          <p:cNvSpPr txBox="1"/>
          <p:nvPr/>
        </p:nvSpPr>
        <p:spPr>
          <a:xfrm>
            <a:off x="3602990" y="2010270"/>
            <a:ext cx="129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Auswahl Datei</a:t>
            </a:r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328B096A-B49E-A1E5-D4CE-E9B3F6A30548}"/>
              </a:ext>
            </a:extLst>
          </p:cNvPr>
          <p:cNvSpPr/>
          <p:nvPr/>
        </p:nvSpPr>
        <p:spPr>
          <a:xfrm rot="10800000"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16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55A0F817-D821-373B-0FB5-9512CEE84DF7}"/>
              </a:ext>
            </a:extLst>
          </p:cNvPr>
          <p:cNvSpPr/>
          <p:nvPr/>
        </p:nvSpPr>
        <p:spPr>
          <a:xfrm>
            <a:off x="448310" y="1734710"/>
            <a:ext cx="4237990" cy="50242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Passwortmanager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(Server)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94043-D3EA-9303-9B47-B297F2DC5D72}"/>
              </a:ext>
            </a:extLst>
          </p:cNvPr>
          <p:cNvSpPr/>
          <p:nvPr/>
        </p:nvSpPr>
        <p:spPr>
          <a:xfrm>
            <a:off x="844550" y="2933700"/>
            <a:ext cx="2287270" cy="37655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 / BLOB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F8534E5-71D2-F6C8-77D7-696964BB819D}"/>
              </a:ext>
            </a:extLst>
          </p:cNvPr>
          <p:cNvSpPr/>
          <p:nvPr/>
        </p:nvSpPr>
        <p:spPr>
          <a:xfrm>
            <a:off x="1201762" y="3310066"/>
            <a:ext cx="1692069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8F3FCA-539C-5F26-6BC3-B6907F9643DA}"/>
              </a:ext>
            </a:extLst>
          </p:cNvPr>
          <p:cNvSpPr/>
          <p:nvPr/>
        </p:nvSpPr>
        <p:spPr>
          <a:xfrm>
            <a:off x="1200150" y="3760805"/>
            <a:ext cx="1693682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3A3DAAC-5BB9-26F6-1080-3F52015CE3C5}"/>
              </a:ext>
            </a:extLst>
          </p:cNvPr>
          <p:cNvSpPr/>
          <p:nvPr/>
        </p:nvSpPr>
        <p:spPr>
          <a:xfrm>
            <a:off x="1200150" y="4247388"/>
            <a:ext cx="1693682" cy="2280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20EF59F-733A-4D24-E3C7-632F07E51557}"/>
              </a:ext>
            </a:extLst>
          </p:cNvPr>
          <p:cNvCxnSpPr>
            <a:cxnSpLocks/>
          </p:cNvCxnSpPr>
          <p:nvPr/>
        </p:nvCxnSpPr>
        <p:spPr>
          <a:xfrm>
            <a:off x="4686300" y="4254166"/>
            <a:ext cx="268986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C27403-A117-1793-4E41-CDD43497EBDC}"/>
              </a:ext>
            </a:extLst>
          </p:cNvPr>
          <p:cNvSpPr txBox="1"/>
          <p:nvPr/>
        </p:nvSpPr>
        <p:spPr>
          <a:xfrm>
            <a:off x="5583692" y="3853751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JDBC</a:t>
            </a:r>
          </a:p>
        </p:txBody>
      </p:sp>
      <p:sp>
        <p:nvSpPr>
          <p:cNvPr id="14" name="Flussdiagramm: Magnetplattenspeicher 13">
            <a:extLst>
              <a:ext uri="{FF2B5EF4-FFF2-40B4-BE49-F238E27FC236}">
                <a16:creationId xmlns:a16="http://schemas.microsoft.com/office/drawing/2014/main" id="{71EDC17B-7B70-6BCA-7F9D-07F55F7EEDDD}"/>
              </a:ext>
            </a:extLst>
          </p:cNvPr>
          <p:cNvSpPr/>
          <p:nvPr/>
        </p:nvSpPr>
        <p:spPr>
          <a:xfrm>
            <a:off x="7376160" y="2061371"/>
            <a:ext cx="3421380" cy="4583709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DD7C2C-765C-79DA-7F9B-D779BAA6C795}"/>
              </a:ext>
            </a:extLst>
          </p:cNvPr>
          <p:cNvSpPr txBox="1"/>
          <p:nvPr/>
        </p:nvSpPr>
        <p:spPr>
          <a:xfrm>
            <a:off x="7772400" y="2355959"/>
            <a:ext cx="2362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MySQL</a:t>
            </a:r>
          </a:p>
          <a:p>
            <a:pPr algn="ctr"/>
            <a:r>
              <a:rPr lang="de-DE" sz="2800" dirty="0">
                <a:solidFill>
                  <a:schemeClr val="bg1"/>
                </a:solidFill>
              </a:rPr>
              <a:t>Datenbank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D3DA021-4323-8D2C-C58F-1BD5D3E9DDFC}"/>
              </a:ext>
            </a:extLst>
          </p:cNvPr>
          <p:cNvSpPr/>
          <p:nvPr/>
        </p:nvSpPr>
        <p:spPr>
          <a:xfrm>
            <a:off x="1209924" y="2152811"/>
            <a:ext cx="1693681" cy="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 / </a:t>
            </a:r>
            <a:br>
              <a:rPr lang="de-DE" dirty="0"/>
            </a:br>
            <a:r>
              <a:rPr lang="de-DE" dirty="0"/>
              <a:t>accountName</a:t>
            </a:r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85A640F8-4D05-1792-BCE8-48BD3130FB2A}"/>
              </a:ext>
            </a:extLst>
          </p:cNvPr>
          <p:cNvCxnSpPr>
            <a:cxnSpLocks/>
            <a:stCxn id="26" idx="3"/>
            <a:endCxn id="25" idx="3"/>
          </p:cNvCxnSpPr>
          <p:nvPr/>
        </p:nvCxnSpPr>
        <p:spPr>
          <a:xfrm>
            <a:off x="2903605" y="2470866"/>
            <a:ext cx="1782695" cy="1775959"/>
          </a:xfrm>
          <a:prstGeom prst="bentConnector3">
            <a:avLst>
              <a:gd name="adj1" fmla="val 46997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E0ECE4DD-FADD-B5F5-391B-973FE936E7FA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3131820" y="4246825"/>
            <a:ext cx="1554480" cy="476110"/>
          </a:xfrm>
          <a:prstGeom prst="bentConnector3">
            <a:avLst>
              <a:gd name="adj1" fmla="val 39216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9" name="Grafik 48">
            <a:extLst>
              <a:ext uri="{FF2B5EF4-FFF2-40B4-BE49-F238E27FC236}">
                <a16:creationId xmlns:a16="http://schemas.microsoft.com/office/drawing/2014/main" id="{164D5E9D-96AB-9A05-469E-B17A18E03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859" y="3760805"/>
            <a:ext cx="2877773" cy="171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Implementierung von Buttons (Bearbeiten, Kopieren, Anzeigen) in eine JTable</a:t>
            </a:r>
          </a:p>
        </p:txBody>
      </p:sp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Aufwändiger Umbau von Passwort-Speicherung in JSON-Datei als Klartext zu Binär Dateien</a:t>
            </a:r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</Words>
  <Application>Microsoft Office PowerPoint</Application>
  <PresentationFormat>Breitbild</PresentationFormat>
  <Paragraphs>97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Technischer Hintergrund</vt:lpstr>
      <vt:lpstr>Umsetzung - </vt:lpstr>
      <vt:lpstr>Umsetzung - Speicherung der Passwörter (Lokal)</vt:lpstr>
      <vt:lpstr>Umsetzung - Verschlüsselung</vt:lpstr>
      <vt:lpstr>Umsetzung - Entschlüsselung</vt:lpstr>
      <vt:lpstr>Umsetzung - Speicherung der Passwörter (Server)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109</cp:revision>
  <dcterms:created xsi:type="dcterms:W3CDTF">2025-04-14T19:41:51Z</dcterms:created>
  <dcterms:modified xsi:type="dcterms:W3CDTF">2025-04-26T18:05:07Z</dcterms:modified>
</cp:coreProperties>
</file>