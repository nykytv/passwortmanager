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26.04.2025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/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</a:t>
            </a:r>
            <a:r>
              <a:rPr lang="de-DE" sz="2000" dirty="0" err="1"/>
              <a:t>Compose</a:t>
            </a:r>
            <a:endParaRPr lang="de-DE" sz="2000" dirty="0"/>
          </a:p>
          <a:p>
            <a:r>
              <a:rPr lang="de-DE" sz="2000" dirty="0"/>
              <a:t>phpMyAdmin (optional)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dirty="0"/>
              <a:t>Anmelde Maske:</a:t>
            </a:r>
          </a:p>
        </p:txBody>
      </p:sp>
      <p:pic>
        <p:nvPicPr>
          <p:cNvPr id="8" name="Inhaltsplatzhalter 6">
            <a:extLst>
              <a:ext uri="{FF2B5EF4-FFF2-40B4-BE49-F238E27FC236}">
                <a16:creationId xmlns:a16="http://schemas.microsoft.com/office/drawing/2014/main" id="{90AADBD4-0B5D-76CF-3B6C-1E4D6CD01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75" y="2143863"/>
            <a:ext cx="2729652" cy="3405727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8477250" y="4654550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8420100" y="4960088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6800850" y="4791075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6800850" y="5093438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5943601" y="4672709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5816600" y="4971528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dirty="0"/>
              <a:t>Hauptfenster: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412E9BC-BB5C-5053-870C-F48350CCC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047" y="1515977"/>
            <a:ext cx="3712634" cy="4970634"/>
          </a:xfrm>
          <a:prstGeom prst="rect">
            <a:avLst/>
          </a:prstGeom>
        </p:spPr>
      </p:pic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4977553" y="27574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4977553" y="24464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4977553" y="30609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008419" y="23189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008419" y="27052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008419" y="30601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5753100" y="33681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229100" y="35546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2762247" y="41087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6922348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217154" y="27525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2762247" y="45231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100910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460359" y="25092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2762247" y="52697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8754960" y="17815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288360" y="19681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9906210" y="1828871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8754960" y="21458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288360" y="22542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9918700" y="2109253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8F738-6748-F9A3-D910-5F118C75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Umsetzung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14F278-5A46-11EE-4BA2-1C4D52255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33220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Lessions</a:t>
            </a:r>
            <a:r>
              <a:rPr lang="de-DE" dirty="0"/>
              <a:t> </a:t>
            </a:r>
            <a:r>
              <a:rPr lang="de-DE" dirty="0" err="1"/>
              <a:t>Learned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</Words>
  <Application>Microsoft Office PowerPoint</Application>
  <PresentationFormat>Breitbild</PresentationFormat>
  <Paragraphs>33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Wingdings</vt:lpstr>
      <vt:lpstr>Office</vt:lpstr>
      <vt:lpstr>Passwortmanager</vt:lpstr>
      <vt:lpstr>Verwendete Technologien</vt:lpstr>
      <vt:lpstr>Technischer Hintergrund</vt:lpstr>
      <vt:lpstr>Technischer Hintergrund</vt:lpstr>
      <vt:lpstr>Umsetzung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44</cp:revision>
  <dcterms:created xsi:type="dcterms:W3CDTF">2025-04-14T19:41:51Z</dcterms:created>
  <dcterms:modified xsi:type="dcterms:W3CDTF">2025-04-26T12:07:45Z</dcterms:modified>
</cp:coreProperties>
</file>